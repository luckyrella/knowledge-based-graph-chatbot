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914400">
                <a:tc>
                  <a:txBody>
                    <a:bodyPr/>
                    <a:lstStyle/>
                    <a:p>
                      <a:r>
                        <a:t>Cell 0,0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Cell 0,1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Cell 0,2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Cell 1,0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Cell 1,1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Cell 1,2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Cell 2,0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Cell 2,1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Cell 2,2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